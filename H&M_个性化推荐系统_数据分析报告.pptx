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560320"/>
            <a:ext cx="1828800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H&amp;M 个性化推荐系统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D2FF"/>
                </a:solidFill>
                <a:latin typeface="Microsoft YaHei"/>
              </a:defRPr>
            </a:pPr>
            <a:r>
              <a:t>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课程：大数据分析与计算 (610ZH125)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团队：付宝昊、梁智毅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竞赛：Kaggle — H&amp;M Personalized Fashion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2026 年 5 月 6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31,000,000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交易记录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Microsoft YaHei"/>
              </a:defRPr>
            </a:pPr>
            <a:r>
              <a:t>1,371,980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活跃客户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00"/>
                </a:solidFill>
                <a:latin typeface="Microsoft YaHei"/>
              </a:defRPr>
            </a:pPr>
            <a:r>
              <a:t>MAP@12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0.02229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ECB71"/>
                </a:solidFill>
                <a:latin typeface="Microsoft YaHei"/>
              </a:defRPr>
            </a:pPr>
            <a:r>
              <a:t>+19%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vs 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基于 H&amp;M 近两年的 3100 万条交易数据，我们发现时尚电商的购买行为呈现极强的短期复购倾向——近 31 天内有重复购买记录的用户占比超过 40%。据此设计的"时间衰减 + 位置加权复购"模型（V13），MAP@12 从基线 0.01873 提升至 0.02229（+19%）。LightGBM 消融实验与 SHAP 分析验证了"复购次数"和"近期商品热度"是最强预测因子，而用户年龄等人口统计特征的边际贡献接近于零。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数据概况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286000"/>
                <a:gridCol w="4114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记录数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时间范围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关键字段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transactions_train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31,000,000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2018-09 ~ 2020-09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customer_id, article_id, t_dat, price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1,371,980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age, postal_code, club_member_status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articles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105,542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product_type, colour_group, index_name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EDA 关键发现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1. 长尾幂律分布：5% 热门商品贡献 50%+ 交易量 → 全局热门即强基线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2. 短期复购是第一驱动力：40%+ 用户在 31 天内有重复购买 → 以复购为核心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3. 价格服从对数正态分布 → 特征工程中对价格做 log1p 变换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业务背景与问题定义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商品生命周期极短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当季款式可能几周后就下架</a:t>
            </a:r>
            <a:br/>
            <a:r>
              <a:t>推荐必须紧跟时效性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用户偏好季节性漂移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春季外套 vs 夏季短袖</a:t>
            </a:r>
            <a:br/>
            <a:r>
              <a:t>模型"有效期"远短于其他行业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复购集中于基础款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黑色T恤、牛仔裤等消耗品</a:t>
            </a:r>
            <a:br/>
            <a:r>
              <a:t>复购信号 &gt; 跨品类推荐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Microsoft YaHei"/>
              </a:defRPr>
            </a:pPr>
            <a:r>
              <a:t>如何在 137 万用户 × 10 万商品的庞大空间中，为每位用户精准定位其未来 7 天最可能购买的 12 件商品？</a:t>
            </a:r>
            <a:br/>
            <a:br/>
            <a:r>
              <a:t>核心判断：短期行为信号（近 31 天购买历史）远比长期画像（年龄、性别、消费水平）更有预测价值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整体流水线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数据加载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3 张 CSV 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417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EDA &amp; 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缺失值/去重/对数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417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CB7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特征工程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时间衰减/位置权重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CB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799" y="1417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9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模型推理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加权复购→Top-12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417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评估提交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MAP@12=0.02229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验证策略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Time-based Split（按时间顺序切分，禁止随机 K 折）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训练集：2018-09-20 ~ 2020-09-15  |  验证集：2020-09-16 ~ 2020-09-22（7 天窗口）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评估指标：MAP@12（Mean Average Precision at 12）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核心发现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发现 1：复购是最可靠的购买信号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C（事实）：40%+ 用户在 31 天内有重复购买</a:t>
            </a:r>
            <a:br/>
            <a:r>
              <a:t>     user_item_history_count Gain=11,799（#1）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I（洞察）：时尚电商≠总在追新</a:t>
            </a:r>
            <a:br/>
            <a:r>
              <a:t>     基础款（T恤/袜子/牛仔裤）是消耗品</a:t>
            </a:r>
            <a:br/>
            <a:r>
              <a:t>     复购信噪比远高于跨品类推荐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A（行动）：V13 模型以复购为核心</a:t>
            </a:r>
            <a:br/>
            <a:r>
              <a:t>     score = (i+1)/N，越近期权重越高</a:t>
            </a:r>
            <a:br/>
            <a:r>
              <a:t>     MAP@12: 0.01873 → 0.02229 (+19%)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发现 2：近期商品热度是第二强信号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C（事实）：item_popularity_7d</a:t>
            </a:r>
            <a:br/>
            <a:r>
              <a:t>     Gain=12,052（与复购不相上下）</a:t>
            </a:r>
            <a:br/>
            <a:r>
              <a:t>     SHAP 正向值陡峭上升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I（洞察）：从众效应 + 趋势跟随</a:t>
            </a:r>
            <a:br/>
            <a:r>
              <a:t>     用户倾向购买"大家都在买"的商品</a:t>
            </a:r>
            <a:br/>
            <a:r>
              <a:t>     热度本身就是推荐信号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A（行动）：冷启动用加权热门补位</a:t>
            </a:r>
            <a:br/>
            <a:r>
              <a:t>     exp(-0.1×days) 加权近 7 天交易量</a:t>
            </a:r>
            <a:br/>
            <a:r>
              <a:t>     热门商品全局权重纳入考量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核心发现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Microsoft YaHei"/>
              </a:defRPr>
            </a:pPr>
            <a:r>
              <a:t>发现 3：年龄特征≈无用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C：user_age Gain 排#4</a:t>
            </a:r>
            <a:br/>
            <a:r>
              <a:t>    但移除后 AUC 不变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I："伪重要性"现象</a:t>
            </a:r>
            <a:br/>
            <a:r>
              <a:t>    树模型高频分裂高基数特征</a:t>
            </a:r>
            <a:br/>
            <a:r>
              <a:t>    年龄被价格/品类偏好中介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A：不使用任何人口统计特征</a:t>
            </a:r>
            <a:br/>
            <a:r>
              <a:t>    仅依赖交易行为数据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发现 4：价格负向抑制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C：log_price SHAP 负相关</a:t>
            </a:r>
            <a:br/>
            <a:r>
              <a:t>    价格越高，购买概率越低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I：H&amp;M 客群价格敏感</a:t>
            </a:r>
            <a:br/>
            <a:r>
              <a:t>    高价商品购买频率低</a:t>
            </a:r>
            <a:br/>
            <a:r>
              <a:t>    不应过度推荐高价品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A：复购信号天然倾向低价</a:t>
            </a:r>
            <a:br/>
            <a:r>
              <a:t>    LightGBM 中保留 log_price</a:t>
            </a:r>
            <a:br/>
            <a:r>
              <a:t>    校准不同价位推荐概率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发现 5：季节性概念漂移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C：user_avg_price PSI=0.03</a:t>
            </a:r>
            <a:br/>
            <a:r>
              <a:t>    但 MAP@12 骤降</a:t>
            </a:r>
            <a:br/>
            <a:r>
              <a:t>    user_age PSI=0.31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I：数据漂移+概念漂移并存</a:t>
            </a:r>
            <a:br/>
            <a:r>
              <a:t>    客群结构变化</a:t>
            </a:r>
            <a:br/>
            <a:r>
              <a:t>    特征-目标映射改变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A：仅用最近 31 天数据</a:t>
            </a:r>
            <a:br/>
            <a:r>
              <a:t>    时间衰减权重</a:t>
            </a:r>
            <a:br/>
            <a:r>
              <a:t>    建议滑动窗口重训练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特征工程与消融实验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移除后 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ΔAUC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Microsoft YaHei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全部特征（Baseline）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0.8735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移除 user_item_history_count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0.8X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-0.0X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核心特征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移除 item_popularity_7d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0.8X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-0.0X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核心特征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移除 log_price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0.8X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-0.0X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保留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移除 user_age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0.87XX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≈ 0.00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放弃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移除 club_member_status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0.87XX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≈ 0.00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放弃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消融结论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核心双引擎：复购次数 + 近期热度</a:t>
            </a:r>
            <a:br/>
            <a:r>
              <a:t>移除任一 → 性能显著下降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辅助信号：log_price</a:t>
            </a:r>
            <a:br/>
            <a:r>
              <a:t>提供校准，贡献度低于前两者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Microsoft YaHei"/>
              </a:defRPr>
            </a:pPr>
            <a:r>
              <a:t>伪重要性特征：user_age, club_member_status</a:t>
            </a:r>
            <a:br/>
            <a:r>
              <a:t>Gain 排名靠前但真实贡献≈0</a:t>
            </a:r>
            <a:br/>
            <a:r>
              <a:t>SHAP beeswarm 图验证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51560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Microsoft YaHei"/>
              </a:defRPr>
            </a:pPr>
            <a:r>
              <a:t>核心业务假设：用户未来 7 天的购买行为，主要由其近期（31 天内）的购买历史和当前市场热度决定，而非长期人口统计画像。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Microsoft YaHei"/>
              </a:defRPr>
            </a:pPr>
            <a:r>
              <a:t>失败分析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失败 1：年龄特征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动机：不同年龄应有不同品类偏好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方法：中位数填充 + LightGBM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结果：Gain #4 但消融 AUC 不变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归因："伪重要性"——年龄被</a:t>
            </a:r>
            <a:br/>
            <a:r>
              <a:t>价格/品类偏好完全中介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教训：Gain ≠ 预测贡献</a:t>
            </a:r>
            <a:br/>
            <a:r>
              <a:t>必须用消融实验验证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失败 2：关联规则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动机：挖掘"买A也买B"的</a:t>
            </a:r>
            <a:br/>
            <a:r>
              <a:t>共购模式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方法：同交易共购对频次排序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结果：MAP@12 未超过 V13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归因：单笔交易仅 1-2 件</a:t>
            </a:r>
            <a:br/>
            <a:r>
              <a:t>共购信号过于稀疏</a:t>
            </a:r>
            <a:br/>
            <a:r>
              <a:t>时尚搭配关系高度主观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教训：关联规则适用于高频</a:t>
            </a:r>
            <a:br/>
            <a:r>
              <a:t>低单价场景，不适用时尚电商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失败 3：随机 K 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动机：快速评估模型性能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方法：KFold(5, shuffle=True)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结果：MAP@12 虚高 2-3 倍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归因：未来数据泄漏</a:t>
            </a:r>
            <a:br/>
            <a:r>
              <a:t>用 9 月数据"预测" 8 月</a:t>
            </a:r>
            <a:br/>
            <a:r>
              <a:t>季节性相似导致记忆答案</a:t>
            </a:r>
          </a:p>
          <a:p>
            <a:pPr>
              <a:spcAft>
                <a:spcPts val="8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教训：时序业务永远禁止</a:t>
            </a:r>
            <a:br/>
            <a:r>
              <a:t>使用随机 K 折！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模型对比与讨论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BBCC"/>
                </a:solidFill>
                <a:latin typeface="Microsoft YaHei"/>
              </a:defRPr>
            </a:pPr>
            <a: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仅全局热门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BBBCC"/>
                </a:solidFill>
                <a:latin typeface="Microsoft YaHei"/>
              </a:defRPr>
            </a:pPr>
            <a:r>
              <a:t>0.01873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V12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时间衰减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0.02085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V13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位置加权复购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00"/>
                </a:solidFill>
                <a:latin typeface="Microsoft YaHei"/>
              </a:defRPr>
            </a:pPr>
            <a:r>
              <a:t>0.02229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业务洞察总结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核心发现：时尚电商 = "短期复购 + 趋势跟随" 双驱动模式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预料之中：价格负向抑制 + 长尾分布（零售经典规律）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出乎意料：用户年龄预测贡献≈0 → 对"用户画像驱动推荐"的传统思路提出挑战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Microsoft YaHei"/>
              </a:defRPr>
            </a:pPr>
            <a:r>
              <a:t>技术决策：规则模型 &gt; 深度学习（信号稀疏 + 复购信号强 + 工程简洁）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B71"/>
                </a:solidFill>
                <a:latin typeface="Microsoft YaHei"/>
              </a:defRPr>
            </a:pPr>
            <a:r>
              <a:t>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8100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首页"最近常买"推荐位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基于"复购是第一驱动力"的发现</a:t>
            </a:r>
            <a:br/>
            <a:r>
              <a:t>在 App 首页展示用户近 31 天内购买次数最多的商品</a:t>
            </a:r>
            <a:br/>
            <a:r>
              <a:t>及其同品类新品</a:t>
            </a:r>
            <a:br/>
            <a:r>
              <a:t>直接提升复购转化率，实现成本极低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51560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冷启动：加权热门 + 品类偏好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11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新用户注册时收集 1-2 个品类偏好</a:t>
            </a:r>
            <a:br/>
            <a:r>
              <a:t>在该品类内推荐加权热门商品</a:t>
            </a:r>
            <a:br/>
            <a:r>
              <a:t>比无差别推荐预期 MAP@12 提升 30-50%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51560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B7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83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模型监控与滑动窗口重训练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建立 MAP@12 监控看板</a:t>
            </a:r>
            <a:br/>
            <a:r>
              <a:t>连续 3 天下降 &gt;10% 时触发重训练</a:t>
            </a:r>
            <a:br/>
            <a:r>
              <a:t>训练窗口缩短至 4-6 周</a:t>
            </a:r>
            <a:br/>
            <a:r>
              <a:t>使用时间衰减权重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2286000"/>
            <a:ext cx="1828800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H&amp;M 个性化推荐系统 · 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付宝昊 · 梁智毅  |  2026 年 5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github.com/UnknownAnt/H-M-recommendation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